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2026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Architecture for XOOPS CMS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Code • Domain-Driven Design • Testable Modules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764BA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 We Face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🔗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Coupling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code mixed with business logic. Can't test without XOOPS running.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🔄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7472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Change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6517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one thing breaks another. Fear of refactoring.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📦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Reusability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6517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trapped inside modules. Can't share between projects.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"Traditional XOOPS modules work, but they're hard to maintain as they grow."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Solution: Clean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7772400" cy="777240"/>
          </a:xfrm>
          <a:prstGeom prst="rect">
            <a:avLst/>
          </a:prstGeom>
          <a:solidFill>
            <a:srgbClr val="667EEA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Controllers, Templates, API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2011680"/>
            <a:ext cx="6400800" cy="777240"/>
          </a:xfrm>
          <a:prstGeom prst="rect">
            <a:avLst/>
          </a:prstGeom>
          <a:solidFill>
            <a:srgbClr val="F5576C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4231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Commands, Handlers, Events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57400" y="2926080"/>
            <a:ext cx="5029200" cy="777240"/>
          </a:xfrm>
          <a:prstGeom prst="rect">
            <a:avLst/>
          </a:prstGeom>
          <a:solidFill>
            <a:srgbClr val="4FACFE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4028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40280" y="3337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Value Objects, Rules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3840480"/>
            <a:ext cx="3657600" cy="777240"/>
          </a:xfrm>
          <a:prstGeom prst="rect">
            <a:avLst/>
          </a:prstGeom>
          <a:solidFill>
            <a:srgbClr val="43E97B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2608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4251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External Services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The Dependency Rule: Outer layers depend on inner layers, never the reverse.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Layer: The Heart of Your Module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822960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Entities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objects with identity (Article, User, Comment)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54864" cy="822960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Value Objects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data with validation (ArticleId, Title, Slug)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54864" cy="822960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Domain Events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what happened (ArticlePublished, CommentAdded)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40480"/>
            <a:ext cx="54864" cy="822960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Repository Interface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storage - no database details!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3931920" cy="35661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Pure PHP - No XOOPS!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1554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class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function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ArticleTitle $title,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240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ArticleContent $content,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AuthorId $authorId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697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): self {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$article =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self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$article-&gt;recordEvent(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3383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new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ArticleCreated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($id)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$article;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4297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Objects: Self-Validating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Traditional Approach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Validation scattered everywhere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(strlen($title) &gt; 255) {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throw new Exception();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check in 5 places...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697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1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Easy to forget one!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E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Vision 2026 Approach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3931920" cy="18288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Validated ONCE at creation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737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$title =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ArticleTitle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fromString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("My Title");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286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Always valid after this!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Pass it around safely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Why Value Objects Matter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3886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Safety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Can't accidentally pass a UserId where ArticleId is expected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accidental changes, predictable behavior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Behavior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ArticleSlug::fromTitle() auto-generates slugs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43E97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Testable by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200400" cy="201168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XOOPS dependencies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Domain Layer tests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1051560"/>
            <a:ext cx="4846320" cy="20116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9" name="Text 7"/>
          <p:cNvSpPr/>
          <p:nvPr/>
        </p:nvSpPr>
        <p:spPr>
          <a:xfrm>
            <a:off x="3977640" y="1143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Pure PHPUnit - runs anywhere!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77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test_article_creation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 void {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77640" y="1691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$article =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::create(...);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77640" y="1920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77640" y="2148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$this-&gt;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assertInstanceOf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77640" y="2377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Article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::class, $article);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77640" y="2606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383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Milliseconds, not seconds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06040" y="324612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06040" y="3383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69748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697480" y="4251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flaky DB tests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24612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3383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84632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4251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one thing at a time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03720" y="324612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03720" y="3383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99516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CI-Ready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95160" y="4251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any machine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vs Vision 2026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411480"/>
          </a:xfrm>
          <a:prstGeom prst="rect">
            <a:avLst/>
          </a:prstGeom>
          <a:solidFill>
            <a:srgbClr val="F5576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Traditional XOOPS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23360" cy="32918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54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Everything in one file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$title = $_POST["title"];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2402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Validation here...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468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(strlen($title) &gt; 255) {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$error = "Too long";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926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1546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3832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Database here...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611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$sql = "INSERT INTO...";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840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$xoopsDB-&gt;query($sql);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4069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42976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🔗 Tightly coupled!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023360" cy="411480"/>
          </a:xfrm>
          <a:prstGeom prst="rect">
            <a:avLst/>
          </a:prstGeom>
          <a:solidFill>
            <a:srgbClr val="43E97B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Vision 2026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463040"/>
            <a:ext cx="4023360" cy="32918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554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Clean separation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1783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$cmd = new CreateArticle(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20116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ArticleTitle::fromString(...),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22402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ArticleContent::fromString(...),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2468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AuthorId::fromInt($uid)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2697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0600" y="2926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31546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Handler does the work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33832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$article = $handler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3611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-&gt;handle($cmd);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3840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42976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✨ Testable &amp; clean!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1051560"/>
            <a:ext cx="7589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11887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Vision 2026 module from GitHub or the sample ZIP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2011680"/>
            <a:ext cx="7589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80160" y="21488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Demo Mode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4688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'enabled' =&gt; true in config/demo.php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502920" cy="50292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97280" y="2971800"/>
            <a:ext cx="7589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280160" y="31089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4290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src/Domain folder to see Clean Architecture in action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502920" cy="50292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97280" y="3931920"/>
            <a:ext cx="7589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280160" y="40690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43891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'composer test' to see pure PHP tests run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github.com/xoops/vision2026  •  Works without database in demo mode!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the Vision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 make XOOPS the best CMS in the world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⭐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the repo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3017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🔧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module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3017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💬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94360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feedback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xoops.org  •  github.com/xoops  •  @xoikiern on Twitter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764BA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2026: Modern XOOPS Architecture</dc:title>
  <dc:subject>Clean Architecture for XOOPS CMS Modules</dc:subject>
  <dc:creator>XOOPS Development Team</dc:creator>
  <cp:lastModifiedBy>XOOPS Development Team</cp:lastModifiedBy>
  <cp:revision>1</cp:revision>
  <dcterms:created xsi:type="dcterms:W3CDTF">2026-02-01T05:24:29Z</dcterms:created>
  <dcterms:modified xsi:type="dcterms:W3CDTF">2026-02-01T05:24:29Z</dcterms:modified>
</cp:coreProperties>
</file>